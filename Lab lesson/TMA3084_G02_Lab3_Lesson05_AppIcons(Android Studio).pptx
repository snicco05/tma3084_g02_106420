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be19818-d653-7ee2-88ea-68514ed8f4e0}">
          <p14:sldIdLst>
            <p14:sldId id="256"/>
            <p14:sldId id="257"/>
          </p14:sldIdLst>
        </p14:section>
        <p14:section name="Install and set up" id="{57ab76d1-d597-991f-a08d-a9b87e748dd8}">
          <p14:sldIdLst>
            <p14:sldId id="258"/>
            <p14:sldId id="259"/>
            <p14:sldId id="260"/>
            <p14:sldId id="261"/>
          </p14:sldIdLst>
        </p14:section>
        <p14:section name="Build and run" id="{152073fa-e4d3-40fb-e665-da6e7586811c}">
          <p14:sldIdLst>
            <p14:sldId id="262"/>
            <p14:sldId id="263"/>
          </p14:sldIdLst>
        </p14:section>
        <p14:section name="Change icon" id="{5af76de3-808c-b4e4-5436-9171dd6494c7}">
          <p14:sldIdLst>
            <p14:sldId id="264"/>
          </p14:sldIdLst>
        </p14:section>
        <p14:section name="Recap" id="{d70aaefe-b41e-7367-0f21-d8a3a5e919e4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EC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80"/>
                </a:solidFill>
              </a:rPr>
              <a:t>Mr. Raynold Anak Kabai   |   flutter_launcher_icons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 title"/>
          <p:cNvSpPr txBox="1"/>
          <p:nvPr/>
        </p:nvSpPr>
        <p:spPr>
          <a:xfrm>
            <a:off x="548640" y="100584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App Icons for iOS and Android Apps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27432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Add app icon with the </a:t>
            </a:r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flutter_launcher_icons</a:t>
            </a:r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 dependency</a:t>
            </a:r>
            <a:endParaRPr lang="en-US" sz="1600" dirty="0"/>
          </a:p>
        </p:txBody>
      </p:sp>
      <p:sp>
        <p:nvSpPr>
          <p:cNvPr id="4" name="Presenter"/>
          <p:cNvSpPr txBox="1"/>
          <p:nvPr/>
        </p:nvSpPr>
        <p:spPr>
          <a:xfrm>
            <a:off x="548640" y="38404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Presented by</a:t>
            </a:r>
            <a:endParaRPr lang="en-US" sz="12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Mr. Raynold Anak Kabai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we will do</a:t>
            </a:r>
            <a:endParaRPr lang="en-US" sz="3000" dirty="0"/>
          </a:p>
        </p:txBody>
      </p:sp>
      <p:sp>
        <p:nvSpPr>
          <p:cNvPr id="3" name="Overview card 1"/>
          <p:cNvSpPr/>
          <p:nvPr/>
        </p:nvSpPr>
        <p:spPr>
          <a:xfrm>
            <a:off x="457200" y="1325880"/>
            <a:ext cx="1851660" cy="2743200"/>
          </a:xfrm>
          <a:prstGeom prst="roundRect">
            <a:avLst>
              <a:gd name="adj" fmla="val 49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Overview 1 diamond"/>
          <p:cNvSpPr/>
          <p:nvPr/>
        </p:nvSpPr>
        <p:spPr>
          <a:xfrm rot="2700000">
            <a:off x="822960" y="1828800"/>
            <a:ext cx="640080" cy="64008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sp>
        <p:nvSpPr>
          <p:cNvPr id="5" name="Overview 1 number"/>
          <p:cNvSpPr txBox="1"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1-2</a:t>
            </a:r>
            <a:endParaRPr lang="en-US" sz="1800" dirty="0"/>
          </a:p>
        </p:txBody>
      </p:sp>
      <p:sp>
        <p:nvSpPr>
          <p:cNvPr id="6" name="Overview text 1"/>
          <p:cNvSpPr txBox="1"/>
          <p:nvPr/>
        </p:nvSpPr>
        <p:spPr>
          <a:xfrm>
            <a:off x="640080" y="274320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Install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068"/>
                </a:solidFill>
              </a:rPr>
              <a:t>Add flutter_launcher_icons to your project</a:t>
            </a:r>
            <a:endParaRPr lang="en-US" sz="1800" dirty="0"/>
          </a:p>
        </p:txBody>
      </p:sp>
      <p:sp>
        <p:nvSpPr>
          <p:cNvPr id="7" name="Overview card 2"/>
          <p:cNvSpPr/>
          <p:nvPr/>
        </p:nvSpPr>
        <p:spPr>
          <a:xfrm>
            <a:off x="2583180" y="1325880"/>
            <a:ext cx="1851660" cy="2743200"/>
          </a:xfrm>
          <a:prstGeom prst="roundRect">
            <a:avLst>
              <a:gd name="adj" fmla="val 49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Overview 2 diamond"/>
          <p:cNvSpPr/>
          <p:nvPr/>
        </p:nvSpPr>
        <p:spPr>
          <a:xfrm rot="2700000">
            <a:off x="2948940" y="1828800"/>
            <a:ext cx="640080" cy="640080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/>
        </p:spPr>
      </p:sp>
      <p:sp>
        <p:nvSpPr>
          <p:cNvPr id="9" name="Overview 2 number"/>
          <p:cNvSpPr txBox="1"/>
          <p:nvPr/>
        </p:nvSpPr>
        <p:spPr>
          <a:xfrm>
            <a:off x="29489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3-5</a:t>
            </a:r>
            <a:endParaRPr lang="en-US" sz="1800" dirty="0"/>
          </a:p>
        </p:txBody>
      </p:sp>
      <p:sp>
        <p:nvSpPr>
          <p:cNvPr id="10" name="Overview text 2"/>
          <p:cNvSpPr txBox="1"/>
          <p:nvPr/>
        </p:nvSpPr>
        <p:spPr>
          <a:xfrm>
            <a:off x="2766060" y="274320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Configure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068"/>
                </a:solidFill>
              </a:rPr>
              <a:t>Generate the config file, set image_path and add your image</a:t>
            </a:r>
            <a:endParaRPr lang="en-US" sz="1800" dirty="0"/>
          </a:p>
        </p:txBody>
      </p:sp>
      <p:sp>
        <p:nvSpPr>
          <p:cNvPr id="11" name="Overview card 3"/>
          <p:cNvSpPr/>
          <p:nvPr/>
        </p:nvSpPr>
        <p:spPr>
          <a:xfrm>
            <a:off x="4709160" y="1325880"/>
            <a:ext cx="1851660" cy="2743200"/>
          </a:xfrm>
          <a:prstGeom prst="roundRect">
            <a:avLst>
              <a:gd name="adj" fmla="val 49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Overview 3 diamond"/>
          <p:cNvSpPr/>
          <p:nvPr/>
        </p:nvSpPr>
        <p:spPr>
          <a:xfrm rot="2700000">
            <a:off x="5074920" y="1828800"/>
            <a:ext cx="640080" cy="640080"/>
          </a:xfrm>
          <a:prstGeom prst="roundRect">
            <a:avLst>
              <a:gd name="adj" fmla="val 22000"/>
            </a:avLst>
          </a:prstGeom>
          <a:solidFill>
            <a:schemeClr val="accent3"/>
          </a:solidFill>
          <a:ln/>
        </p:spPr>
      </p:sp>
      <p:sp>
        <p:nvSpPr>
          <p:cNvPr id="13" name="Overview 3 number"/>
          <p:cNvSpPr txBox="1"/>
          <p:nvPr/>
        </p:nvSpPr>
        <p:spPr>
          <a:xfrm>
            <a:off x="50749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6-8</a:t>
            </a:r>
            <a:endParaRPr lang="en-US" sz="1800" dirty="0"/>
          </a:p>
        </p:txBody>
      </p:sp>
      <p:sp>
        <p:nvSpPr>
          <p:cNvPr id="14" name="Overview text 3"/>
          <p:cNvSpPr txBox="1"/>
          <p:nvPr/>
        </p:nvSpPr>
        <p:spPr>
          <a:xfrm>
            <a:off x="4892040" y="274320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Build and run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068"/>
                </a:solidFill>
              </a:rPr>
              <a:t>Create the icons, restart the app and see the result</a:t>
            </a:r>
            <a:endParaRPr lang="en-US" sz="1800" dirty="0"/>
          </a:p>
        </p:txBody>
      </p:sp>
      <p:sp>
        <p:nvSpPr>
          <p:cNvPr id="15" name="Overview card 4"/>
          <p:cNvSpPr/>
          <p:nvPr/>
        </p:nvSpPr>
        <p:spPr>
          <a:xfrm>
            <a:off x="6835140" y="1325880"/>
            <a:ext cx="1851660" cy="2743200"/>
          </a:xfrm>
          <a:prstGeom prst="roundRect">
            <a:avLst>
              <a:gd name="adj" fmla="val 49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Overview 4 diamond"/>
          <p:cNvSpPr/>
          <p:nvPr/>
        </p:nvSpPr>
        <p:spPr>
          <a:xfrm rot="2700000">
            <a:off x="7200900" y="1828800"/>
            <a:ext cx="640080" cy="640080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</p:sp>
      <p:sp>
        <p:nvSpPr>
          <p:cNvPr id="17" name="Overview 4 number"/>
          <p:cNvSpPr txBox="1"/>
          <p:nvPr/>
        </p:nvSpPr>
        <p:spPr>
          <a:xfrm>
            <a:off x="72009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</a:t>
            </a:r>
            <a:endParaRPr lang="en-US" sz="1800" dirty="0"/>
          </a:p>
        </p:txBody>
      </p:sp>
      <p:sp>
        <p:nvSpPr>
          <p:cNvPr id="18" name="Overview text 4"/>
          <p:cNvSpPr txBox="1"/>
          <p:nvPr/>
        </p:nvSpPr>
        <p:spPr>
          <a:xfrm>
            <a:off x="7018020" y="274320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Change icon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068"/>
                </a:solidFill>
              </a:rPr>
              <a:t>Swap the image and repeat the build</a:t>
            </a:r>
            <a:endParaRPr lang="en-US" sz="1800" dirty="0"/>
          </a:p>
        </p:txBody>
      </p:sp>
      <p:sp>
        <p:nvSpPr>
          <p:cNvPr id="19" name="Goal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Goal: replace the default Flutter icon with your own image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Install the package</a:t>
            </a:r>
            <a:endParaRPr lang="en-US" sz="3000" dirty="0"/>
          </a:p>
        </p:txBody>
      </p:sp>
      <p:sp>
        <p:nvSpPr>
          <p:cNvPr id="3" name="Step 1 diamond"/>
          <p:cNvSpPr/>
          <p:nvPr/>
        </p:nvSpPr>
        <p:spPr>
          <a:xfrm rot="2700000">
            <a:off x="548640" y="137160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sp>
        <p:nvSpPr>
          <p:cNvPr id="4" name="Step 1 number"/>
          <p:cNvSpPr txBox="1"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tep 1 text"/>
          <p:cNvSpPr txBox="1"/>
          <p:nvPr/>
        </p:nvSpPr>
        <p:spPr>
          <a:xfrm>
            <a:off x="1234440" y="12801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Open the terminal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In Android Studio press Alt + F12</a:t>
            </a:r>
            <a:endParaRPr lang="en-US" sz="1800" dirty="0"/>
          </a:p>
        </p:txBody>
      </p:sp>
      <p:sp>
        <p:nvSpPr>
          <p:cNvPr id="6" name="Step 2 diamond"/>
          <p:cNvSpPr/>
          <p:nvPr/>
        </p:nvSpPr>
        <p:spPr>
          <a:xfrm rot="2700000">
            <a:off x="548640" y="23774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/>
        </p:spPr>
      </p:sp>
      <p:sp>
        <p:nvSpPr>
          <p:cNvPr id="7" name="Step 2 number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Step 2 text"/>
          <p:cNvSpPr txBox="1"/>
          <p:nvPr/>
        </p:nvSpPr>
        <p:spPr>
          <a:xfrm>
            <a:off x="1234440" y="22860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Add the package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Type the command and press Enter</a:t>
            </a:r>
            <a:endParaRPr lang="en-US" sz="1800" dirty="0"/>
          </a:p>
        </p:txBody>
      </p:sp>
      <p:sp>
        <p:nvSpPr>
          <p:cNvPr id="9" name="Note card"/>
          <p:cNvSpPr/>
          <p:nvPr/>
        </p:nvSpPr>
        <p:spPr>
          <a:xfrm>
            <a:off x="457200" y="342900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Note diamond"/>
          <p:cNvSpPr/>
          <p:nvPr/>
        </p:nvSpPr>
        <p:spPr>
          <a:xfrm rot="2700000">
            <a:off x="694944" y="3735324"/>
            <a:ext cx="256032" cy="256032"/>
          </a:xfrm>
          <a:prstGeom prst="roundRect">
            <a:avLst>
              <a:gd name="adj" fmla="val 22000"/>
            </a:avLst>
          </a:prstGeom>
          <a:solidFill>
            <a:schemeClr val="accent3"/>
          </a:solidFill>
          <a:ln/>
        </p:spPr>
      </p:sp>
      <p:sp>
        <p:nvSpPr>
          <p:cNvPr id="11" name="Note text"/>
          <p:cNvSpPr txBox="1"/>
          <p:nvPr/>
        </p:nvSpPr>
        <p:spPr>
          <a:xfrm>
            <a:off x="1188720" y="3483864"/>
            <a:ext cx="3154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Automatic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pubspec.yaml is updated for you</a:t>
            </a:r>
            <a:endParaRPr lang="en-US" sz="1400" dirty="0"/>
          </a:p>
        </p:txBody>
      </p:sp>
      <p:sp>
        <p:nvSpPr>
          <p:cNvPr id="12" name="Install terminal"/>
          <p:cNvSpPr/>
          <p:nvPr/>
        </p:nvSpPr>
        <p:spPr>
          <a:xfrm>
            <a:off x="4754880" y="1280160"/>
            <a:ext cx="3931920" cy="301752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Install terminal dot"/>
          <p:cNvSpPr/>
          <p:nvPr/>
        </p:nvSpPr>
        <p:spPr>
          <a:xfrm>
            <a:off x="4937760" y="1435608"/>
            <a:ext cx="109728" cy="10972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Install terminal dot"/>
          <p:cNvSpPr/>
          <p:nvPr/>
        </p:nvSpPr>
        <p:spPr>
          <a:xfrm>
            <a:off x="5138928" y="1435608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Install terminal dot"/>
          <p:cNvSpPr/>
          <p:nvPr/>
        </p:nvSpPr>
        <p:spPr>
          <a:xfrm>
            <a:off x="5340096" y="143560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Install terminal text"/>
          <p:cNvSpPr txBox="1"/>
          <p:nvPr/>
        </p:nvSpPr>
        <p:spPr>
          <a:xfrm>
            <a:off x="4937760" y="16916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flutter pub add flutter_launcher_icons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Resolving dependencies...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Downloading packages...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archive 4.0.7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args 2.7.0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xml 6.6.1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yaml 3.1.3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Changed 14 dependencies!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Generate the config file</a:t>
            </a:r>
            <a:endParaRPr lang="en-US" sz="3000" dirty="0"/>
          </a:p>
        </p:txBody>
      </p:sp>
      <p:sp>
        <p:nvSpPr>
          <p:cNvPr id="3" name="Step 3 diamond"/>
          <p:cNvSpPr/>
          <p:nvPr/>
        </p:nvSpPr>
        <p:spPr>
          <a:xfrm rot="2700000">
            <a:off x="548640" y="137160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3"/>
          </a:solidFill>
          <a:ln/>
        </p:spPr>
      </p:sp>
      <p:sp>
        <p:nvSpPr>
          <p:cNvPr id="4" name="Step 3 number"/>
          <p:cNvSpPr txBox="1"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Step 3 text"/>
          <p:cNvSpPr txBox="1"/>
          <p:nvPr/>
        </p:nvSpPr>
        <p:spPr>
          <a:xfrm>
            <a:off x="1234440" y="1280160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Type the command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It creates the settings file for the icon tool</a:t>
            </a:r>
            <a:endParaRPr lang="en-US" sz="1800" dirty="0"/>
          </a:p>
        </p:txBody>
      </p:sp>
      <p:sp>
        <p:nvSpPr>
          <p:cNvPr id="6" name="Generate terminal"/>
          <p:cNvSpPr/>
          <p:nvPr/>
        </p:nvSpPr>
        <p:spPr>
          <a:xfrm>
            <a:off x="457200" y="2286000"/>
            <a:ext cx="4754880" cy="219456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Generate terminal dot"/>
          <p:cNvSpPr/>
          <p:nvPr/>
        </p:nvSpPr>
        <p:spPr>
          <a:xfrm>
            <a:off x="640080" y="2441448"/>
            <a:ext cx="109728" cy="10972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Generate terminal dot"/>
          <p:cNvSpPr/>
          <p:nvPr/>
        </p:nvSpPr>
        <p:spPr>
          <a:xfrm>
            <a:off x="841248" y="2441448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Generate terminal dot"/>
          <p:cNvSpPr/>
          <p:nvPr/>
        </p:nvSpPr>
        <p:spPr>
          <a:xfrm>
            <a:off x="1042416" y="244144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Generate terminal text"/>
          <p:cNvSpPr txBox="1"/>
          <p:nvPr/>
        </p:nvSpPr>
        <p:spPr>
          <a:xfrm>
            <a:off x="640080" y="269748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dart run flutter_launcher_icons:generate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 package executable...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flutter_launcher_icons:generate.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file generated successfully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can now use this new config file</a:t>
            </a:r>
            <a:endParaRPr lang="en-US" sz="1100" dirty="0"/>
          </a:p>
        </p:txBody>
      </p:sp>
      <p:sp>
        <p:nvSpPr>
          <p:cNvPr id="11" name="File card"/>
          <p:cNvSpPr/>
          <p:nvPr/>
        </p:nvSpPr>
        <p:spPr>
          <a:xfrm>
            <a:off x="5486400" y="2286000"/>
            <a:ext cx="3200400" cy="219456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File diamond"/>
          <p:cNvSpPr/>
          <p:nvPr/>
        </p:nvSpPr>
        <p:spPr>
          <a:xfrm rot="2700000">
            <a:off x="5852160" y="269748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sp>
        <p:nvSpPr>
          <p:cNvPr id="13" name="File number"/>
          <p:cNvSpPr txBox="1"/>
          <p:nvPr/>
        </p:nvSpPr>
        <p:spPr>
          <a:xfrm>
            <a:off x="58521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</a:t>
            </a:r>
            <a:endParaRPr lang="en-US" sz="1600" dirty="0"/>
          </a:p>
        </p:txBody>
      </p:sp>
      <p:sp>
        <p:nvSpPr>
          <p:cNvPr id="14" name="File text"/>
          <p:cNvSpPr txBox="1"/>
          <p:nvPr/>
        </p:nvSpPr>
        <p:spPr>
          <a:xfrm>
            <a:off x="5715000" y="3429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flutter_launcher_icons.yaml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068"/>
                </a:solidFill>
              </a:rPr>
              <a:t>A new file in your project root where you choose the icon image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Point to your icon</a:t>
            </a:r>
            <a:endParaRPr lang="en-US" sz="3000" dirty="0"/>
          </a:p>
        </p:txBody>
      </p:sp>
      <p:sp>
        <p:nvSpPr>
          <p:cNvPr id="3" name="Step 4 diamond"/>
          <p:cNvSpPr/>
          <p:nvPr/>
        </p:nvSpPr>
        <p:spPr>
          <a:xfrm rot="2700000">
            <a:off x="548640" y="137160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/>
        </p:spPr>
      </p:sp>
      <p:sp>
        <p:nvSpPr>
          <p:cNvPr id="4" name="Step 4 number"/>
          <p:cNvSpPr txBox="1"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Step 4 text"/>
          <p:cNvSpPr txBox="1"/>
          <p:nvPr/>
        </p:nvSpPr>
        <p:spPr>
          <a:xfrm>
            <a:off x="1234440" y="12801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Open the yaml file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Project panel, then flutter_launcher_icons.yaml</a:t>
            </a:r>
            <a:endParaRPr lang="en-US" sz="1800" dirty="0"/>
          </a:p>
        </p:txBody>
      </p:sp>
      <p:sp>
        <p:nvSpPr>
          <p:cNvPr id="6" name="Note card"/>
          <p:cNvSpPr/>
          <p:nvPr/>
        </p:nvSpPr>
        <p:spPr>
          <a:xfrm>
            <a:off x="457200" y="2331720"/>
            <a:ext cx="402336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Note diamond"/>
          <p:cNvSpPr/>
          <p:nvPr/>
        </p:nvSpPr>
        <p:spPr>
          <a:xfrm rot="2700000">
            <a:off x="694944" y="2660904"/>
            <a:ext cx="256032" cy="2560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sp>
        <p:nvSpPr>
          <p:cNvPr id="8" name="Note text"/>
          <p:cNvSpPr txBox="1"/>
          <p:nvPr/>
        </p:nvSpPr>
        <p:spPr>
          <a:xfrm>
            <a:off x="1188720" y="2386584"/>
            <a:ext cx="3154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image_path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Where your icon is, counted from the Flutter project folder</a:t>
            </a:r>
            <a:endParaRPr lang="en-US" sz="1400" dirty="0"/>
          </a:p>
        </p:txBody>
      </p:sp>
      <p:sp>
        <p:nvSpPr>
          <p:cNvPr id="9" name="Note card"/>
          <p:cNvSpPr/>
          <p:nvPr/>
        </p:nvSpPr>
        <p:spPr>
          <a:xfrm>
            <a:off x="457200" y="3383280"/>
            <a:ext cx="402336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Note diamond"/>
          <p:cNvSpPr/>
          <p:nvPr/>
        </p:nvSpPr>
        <p:spPr>
          <a:xfrm rot="2700000">
            <a:off x="694944" y="3712464"/>
            <a:ext cx="256032" cy="256032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</p:sp>
      <p:sp>
        <p:nvSpPr>
          <p:cNvPr id="11" name="Note text"/>
          <p:cNvSpPr txBox="1"/>
          <p:nvPr/>
        </p:nvSpPr>
        <p:spPr>
          <a:xfrm>
            <a:off x="1188720" y="3438144"/>
            <a:ext cx="3154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Other platforms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For web, windows and macos change image_path as preferred</a:t>
            </a:r>
            <a:endParaRPr lang="en-US" sz="1400" dirty="0"/>
          </a:p>
        </p:txBody>
      </p:sp>
      <p:sp>
        <p:nvSpPr>
          <p:cNvPr id="12" name="Config code"/>
          <p:cNvSpPr/>
          <p:nvPr/>
        </p:nvSpPr>
        <p:spPr>
          <a:xfrm>
            <a:off x="4754880" y="1280160"/>
            <a:ext cx="3931920" cy="301752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Config code dot"/>
          <p:cNvSpPr/>
          <p:nvPr/>
        </p:nvSpPr>
        <p:spPr>
          <a:xfrm>
            <a:off x="4937760" y="1435608"/>
            <a:ext cx="109728" cy="10972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Config code dot"/>
          <p:cNvSpPr/>
          <p:nvPr/>
        </p:nvSpPr>
        <p:spPr>
          <a:xfrm>
            <a:off x="5138928" y="1435608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Config code dot"/>
          <p:cNvSpPr/>
          <p:nvPr/>
        </p:nvSpPr>
        <p:spPr>
          <a:xfrm>
            <a:off x="5340096" y="143560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Config code text"/>
          <p:cNvSpPr txBox="1"/>
          <p:nvPr/>
        </p:nvSpPr>
        <p:spPr>
          <a:xfrm>
            <a:off x="4937760" y="16916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flutter pub run flutter_launcher_icons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flutter_launcher_icons: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image_path: "assets/icon/icon.png"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android: "launcher_icon"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min_sdk_android: 21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Add your image</a:t>
            </a:r>
            <a:endParaRPr lang="en-US" sz="3000" dirty="0"/>
          </a:p>
        </p:txBody>
      </p:sp>
      <p:sp>
        <p:nvSpPr>
          <p:cNvPr id="3" name="Folder tree"/>
          <p:cNvSpPr/>
          <p:nvPr/>
        </p:nvSpPr>
        <p:spPr>
          <a:xfrm>
            <a:off x="457200" y="1280160"/>
            <a:ext cx="3840480" cy="301752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Folder tree dot"/>
          <p:cNvSpPr/>
          <p:nvPr/>
        </p:nvSpPr>
        <p:spPr>
          <a:xfrm>
            <a:off x="640080" y="1435608"/>
            <a:ext cx="109728" cy="10972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Folder tree dot"/>
          <p:cNvSpPr/>
          <p:nvPr/>
        </p:nvSpPr>
        <p:spPr>
          <a:xfrm>
            <a:off x="841248" y="1435608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Folder tree dot"/>
          <p:cNvSpPr/>
          <p:nvPr/>
        </p:nvSpPr>
        <p:spPr>
          <a:xfrm>
            <a:off x="1042416" y="143560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Folder tree text"/>
          <p:cNvSpPr txBox="1"/>
          <p:nvPr/>
        </p:nvSpPr>
        <p:spPr>
          <a:xfrm>
            <a:off x="640080" y="169164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lab03_icon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assets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icon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icon.png  (your image)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images</a:t>
            </a:r>
            <a:endParaRPr lang="en-US" sz="1100" dirty="0"/>
          </a:p>
        </p:txBody>
      </p:sp>
      <p:sp>
        <p:nvSpPr>
          <p:cNvPr id="8" name="Step 5 diamond"/>
          <p:cNvSpPr/>
          <p:nvPr/>
        </p:nvSpPr>
        <p:spPr>
          <a:xfrm rot="2700000">
            <a:off x="4754880" y="137160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3"/>
          </a:solidFill>
          <a:ln/>
        </p:spPr>
      </p:sp>
      <p:sp>
        <p:nvSpPr>
          <p:cNvPr id="9" name="Step 5 number"/>
          <p:cNvSpPr txBox="1"/>
          <p:nvPr/>
        </p:nvSpPr>
        <p:spPr>
          <a:xfrm>
            <a:off x="47548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600" dirty="0"/>
          </a:p>
        </p:txBody>
      </p:sp>
      <p:sp>
        <p:nvSpPr>
          <p:cNvPr id="10" name="Step 5 text"/>
          <p:cNvSpPr txBox="1"/>
          <p:nvPr/>
        </p:nvSpPr>
        <p:spPr>
          <a:xfrm>
            <a:off x="5440680" y="12801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Put an image in assets/icon/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Create the folder if it does not exist, then rename the image to icon</a:t>
            </a:r>
            <a:endParaRPr lang="en-US" sz="1800" dirty="0"/>
          </a:p>
        </p:txBody>
      </p:sp>
      <p:sp>
        <p:nvSpPr>
          <p:cNvPr id="11" name="Note card"/>
          <p:cNvSpPr/>
          <p:nvPr/>
        </p:nvSpPr>
        <p:spPr>
          <a:xfrm>
            <a:off x="4663440" y="251460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Note diamond"/>
          <p:cNvSpPr/>
          <p:nvPr/>
        </p:nvSpPr>
        <p:spPr>
          <a:xfrm rot="2700000">
            <a:off x="4901184" y="2820924"/>
            <a:ext cx="256032" cy="2560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sp>
        <p:nvSpPr>
          <p:cNvPr id="13" name="Note text"/>
          <p:cNvSpPr txBox="1"/>
          <p:nvPr/>
        </p:nvSpPr>
        <p:spPr>
          <a:xfrm>
            <a:off x="5394960" y="2569464"/>
            <a:ext cx="3154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Any image works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Pick the picture you want as your app icon</a:t>
            </a:r>
            <a:endParaRPr lang="en-US" sz="1400" dirty="0"/>
          </a:p>
        </p:txBody>
      </p:sp>
      <p:sp>
        <p:nvSpPr>
          <p:cNvPr id="14" name="Note card"/>
          <p:cNvSpPr/>
          <p:nvPr/>
        </p:nvSpPr>
        <p:spPr>
          <a:xfrm>
            <a:off x="4663440" y="352044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Note diamond"/>
          <p:cNvSpPr/>
          <p:nvPr/>
        </p:nvSpPr>
        <p:spPr>
          <a:xfrm rot="2700000">
            <a:off x="4901184" y="3826764"/>
            <a:ext cx="256032" cy="256032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/>
        </p:spPr>
      </p:sp>
      <p:sp>
        <p:nvSpPr>
          <p:cNvPr id="16" name="Note text"/>
          <p:cNvSpPr txBox="1"/>
          <p:nvPr/>
        </p:nvSpPr>
        <p:spPr>
          <a:xfrm>
            <a:off x="5394960" y="3575304"/>
            <a:ext cx="3154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Different folder?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Use it, then update image_path to match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Build the launcher icons</a:t>
            </a:r>
            <a:endParaRPr lang="en-US" sz="3000" dirty="0"/>
          </a:p>
        </p:txBody>
      </p:sp>
      <p:sp>
        <p:nvSpPr>
          <p:cNvPr id="3" name="Step 6 diamond"/>
          <p:cNvSpPr/>
          <p:nvPr/>
        </p:nvSpPr>
        <p:spPr>
          <a:xfrm rot="2700000">
            <a:off x="548640" y="132588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</p:sp>
      <p:sp>
        <p:nvSpPr>
          <p:cNvPr id="4" name="Step 6 number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Step 6 text"/>
          <p:cNvSpPr txBox="1"/>
          <p:nvPr/>
        </p:nvSpPr>
        <p:spPr>
          <a:xfrm>
            <a:off x="1234440" y="1234440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Run both commands in the terminal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Press Enter after each one</a:t>
            </a:r>
            <a:endParaRPr lang="en-US" sz="1800" dirty="0"/>
          </a:p>
        </p:txBody>
      </p:sp>
      <p:sp>
        <p:nvSpPr>
          <p:cNvPr id="6" name="Pub get terminal"/>
          <p:cNvSpPr/>
          <p:nvPr/>
        </p:nvSpPr>
        <p:spPr>
          <a:xfrm>
            <a:off x="457200" y="2103120"/>
            <a:ext cx="301752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Pub get terminal dot"/>
          <p:cNvSpPr/>
          <p:nvPr/>
        </p:nvSpPr>
        <p:spPr>
          <a:xfrm>
            <a:off x="640080" y="2258568"/>
            <a:ext cx="109728" cy="10972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Pub get terminal dot"/>
          <p:cNvSpPr/>
          <p:nvPr/>
        </p:nvSpPr>
        <p:spPr>
          <a:xfrm>
            <a:off x="841248" y="2258568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Pub get terminal dot"/>
          <p:cNvSpPr/>
          <p:nvPr/>
        </p:nvSpPr>
        <p:spPr>
          <a:xfrm>
            <a:off x="1042416" y="225856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ub get terminal text"/>
          <p:cNvSpPr txBox="1"/>
          <p:nvPr/>
        </p:nvSpPr>
        <p:spPr>
          <a:xfrm>
            <a:off x="640080" y="2514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flutter pub get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Resolving dependencies...</a:t>
            </a:r>
            <a:endParaRPr lang="en-US" sz="1100" dirty="0"/>
          </a:p>
        </p:txBody>
      </p:sp>
      <p:sp>
        <p:nvSpPr>
          <p:cNvPr id="11" name="Flow arrow"/>
          <p:cNvSpPr/>
          <p:nvPr/>
        </p:nvSpPr>
        <p:spPr>
          <a:xfrm>
            <a:off x="3611880" y="2606040"/>
            <a:ext cx="50292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2" name="Build terminal"/>
          <p:cNvSpPr/>
          <p:nvPr/>
        </p:nvSpPr>
        <p:spPr>
          <a:xfrm>
            <a:off x="4251960" y="2103120"/>
            <a:ext cx="443484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Build terminal dot"/>
          <p:cNvSpPr/>
          <p:nvPr/>
        </p:nvSpPr>
        <p:spPr>
          <a:xfrm>
            <a:off x="4434840" y="2258568"/>
            <a:ext cx="109728" cy="10972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Build terminal dot"/>
          <p:cNvSpPr/>
          <p:nvPr/>
        </p:nvSpPr>
        <p:spPr>
          <a:xfrm>
            <a:off x="4636008" y="2258568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Build terminal dot"/>
          <p:cNvSpPr/>
          <p:nvPr/>
        </p:nvSpPr>
        <p:spPr>
          <a:xfrm>
            <a:off x="4837176" y="225856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Build terminal text"/>
          <p:cNvSpPr txBox="1"/>
          <p:nvPr/>
        </p:nvSpPr>
        <p:spPr>
          <a:xfrm>
            <a:off x="4434840" y="2514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dart run flutter_launcher_icons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LAUNCHER ICONS (v0.14.4)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Creating default icons Android</a:t>
            </a:r>
            <a:endParaRPr lang="en-US" sz="1100" dirty="0"/>
          </a:p>
        </p:txBody>
      </p:sp>
      <p:sp>
        <p:nvSpPr>
          <p:cNvPr id="17" name="Success banner"/>
          <p:cNvSpPr/>
          <p:nvPr/>
        </p:nvSpPr>
        <p:spPr>
          <a:xfrm>
            <a:off x="457200" y="365760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8" name="Success text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Successfully generated launcher icons</a:t>
            </a:r>
            <a:endParaRPr lang="en-US" sz="1600" dirty="0"/>
          </a:p>
        </p:txBody>
      </p:sp>
      <p:sp>
        <p:nvSpPr>
          <p:cNvPr id="19" name="Mac note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A MacOS skipped warning is normal when you build for Android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Run and check the result</a:t>
            </a:r>
            <a:endParaRPr lang="en-US" sz="3000" dirty="0"/>
          </a:p>
        </p:txBody>
      </p:sp>
      <p:sp>
        <p:nvSpPr>
          <p:cNvPr id="3" name="Step 7 diamond"/>
          <p:cNvSpPr/>
          <p:nvPr/>
        </p:nvSpPr>
        <p:spPr>
          <a:xfrm rot="2700000">
            <a:off x="548640" y="137160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3"/>
          </a:solidFill>
          <a:ln/>
        </p:spPr>
      </p:sp>
      <p:sp>
        <p:nvSpPr>
          <p:cNvPr id="4" name="Step 7 number"/>
          <p:cNvSpPr txBox="1"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Step 7 text"/>
          <p:cNvSpPr txBox="1"/>
          <p:nvPr/>
        </p:nvSpPr>
        <p:spPr>
          <a:xfrm>
            <a:off x="1234440" y="128016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Stop the app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Press Ctrl + F2</a:t>
            </a:r>
            <a:endParaRPr lang="en-US" sz="1800" dirty="0"/>
          </a:p>
        </p:txBody>
      </p:sp>
      <p:sp>
        <p:nvSpPr>
          <p:cNvPr id="6" name="Step 8 diamond"/>
          <p:cNvSpPr/>
          <p:nvPr/>
        </p:nvSpPr>
        <p:spPr>
          <a:xfrm rot="2700000">
            <a:off x="548640" y="23774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/>
        </p:spPr>
      </p:sp>
      <p:sp>
        <p:nvSpPr>
          <p:cNvPr id="7" name="Step 8 number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</a:t>
            </a:r>
            <a:endParaRPr lang="en-US" sz="1600" dirty="0"/>
          </a:p>
        </p:txBody>
      </p:sp>
      <p:sp>
        <p:nvSpPr>
          <p:cNvPr id="8" name="Step 8 text"/>
          <p:cNvSpPr txBox="1"/>
          <p:nvPr/>
        </p:nvSpPr>
        <p:spPr>
          <a:xfrm>
            <a:off x="1234440" y="228600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Run the app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Press Shift + F10</a:t>
            </a:r>
            <a:endParaRPr lang="en-US" sz="1800" dirty="0"/>
          </a:p>
        </p:txBody>
      </p:sp>
      <p:sp>
        <p:nvSpPr>
          <p:cNvPr id="9" name="Done banner"/>
          <p:cNvSpPr/>
          <p:nvPr/>
        </p:nvSpPr>
        <p:spPr>
          <a:xfrm>
            <a:off x="457200" y="3429000"/>
            <a:ext cx="475488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10" name="Done text"/>
          <p:cNvSpPr txBox="1"/>
          <p:nvPr/>
        </p:nvSpPr>
        <p:spPr>
          <a:xfrm>
            <a:off x="731520" y="34747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Done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Your icon shows in the app list and on the app screen</a:t>
            </a:r>
            <a:endParaRPr lang="en-US" sz="2000" dirty="0"/>
          </a:p>
        </p:txBody>
      </p:sp>
      <p:sp>
        <p:nvSpPr>
          <p:cNvPr id="11" name="Phone"/>
          <p:cNvSpPr/>
          <p:nvPr/>
        </p:nvSpPr>
        <p:spPr>
          <a:xfrm>
            <a:off x="5760720" y="1188720"/>
            <a:ext cx="2377440" cy="3383280"/>
          </a:xfrm>
          <a:prstGeom prst="roundRect">
            <a:avLst>
              <a:gd name="adj" fmla="val 961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Phone screen"/>
          <p:cNvSpPr/>
          <p:nvPr/>
        </p:nvSpPr>
        <p:spPr>
          <a:xfrm>
            <a:off x="5879592" y="1371600"/>
            <a:ext cx="2139696" cy="3017520"/>
          </a:xfrm>
          <a:prstGeom prst="roundRect">
            <a:avLst>
              <a:gd name="adj" fmla="val 6410"/>
            </a:avLst>
          </a:prstGeom>
          <a:solidFill>
            <a:schemeClr val="bg1"/>
          </a:solidFill>
          <a:ln/>
        </p:spPr>
      </p:sp>
      <p:sp>
        <p:nvSpPr>
          <p:cNvPr id="13" name="App 0"/>
          <p:cNvSpPr/>
          <p:nvPr/>
        </p:nvSpPr>
        <p:spPr>
          <a:xfrm>
            <a:off x="5980176" y="1609344"/>
            <a:ext cx="347472" cy="3474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4" name="App 1"/>
          <p:cNvSpPr/>
          <p:nvPr/>
        </p:nvSpPr>
        <p:spPr>
          <a:xfrm>
            <a:off x="6510528" y="1609344"/>
            <a:ext cx="347472" cy="3474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App 2"/>
          <p:cNvSpPr/>
          <p:nvPr/>
        </p:nvSpPr>
        <p:spPr>
          <a:xfrm>
            <a:off x="7040880" y="1609344"/>
            <a:ext cx="347472" cy="34747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6" name="App 3"/>
          <p:cNvSpPr/>
          <p:nvPr/>
        </p:nvSpPr>
        <p:spPr>
          <a:xfrm>
            <a:off x="7571232" y="1609344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App 4"/>
          <p:cNvSpPr/>
          <p:nvPr/>
        </p:nvSpPr>
        <p:spPr>
          <a:xfrm>
            <a:off x="5980176" y="2340864"/>
            <a:ext cx="347472" cy="3474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pp 5"/>
          <p:cNvSpPr/>
          <p:nvPr/>
        </p:nvSpPr>
        <p:spPr>
          <a:xfrm>
            <a:off x="6510528" y="2340864"/>
            <a:ext cx="347472" cy="3474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App 6"/>
          <p:cNvSpPr/>
          <p:nvPr/>
        </p:nvSpPr>
        <p:spPr>
          <a:xfrm>
            <a:off x="7040880" y="2340864"/>
            <a:ext cx="347472" cy="34747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0" name="App 7"/>
          <p:cNvSpPr/>
          <p:nvPr/>
        </p:nvSpPr>
        <p:spPr>
          <a:xfrm>
            <a:off x="7571232" y="2340864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App 8"/>
          <p:cNvSpPr/>
          <p:nvPr/>
        </p:nvSpPr>
        <p:spPr>
          <a:xfrm>
            <a:off x="5980176" y="3072384"/>
            <a:ext cx="347472" cy="3474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2" name="App 9"/>
          <p:cNvSpPr/>
          <p:nvPr/>
        </p:nvSpPr>
        <p:spPr>
          <a:xfrm>
            <a:off x="6510528" y="3072384"/>
            <a:ext cx="347472" cy="3474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App 10"/>
          <p:cNvSpPr/>
          <p:nvPr/>
        </p:nvSpPr>
        <p:spPr>
          <a:xfrm>
            <a:off x="7040880" y="3072384"/>
            <a:ext cx="347472" cy="34747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4" name="Your icon"/>
          <p:cNvSpPr/>
          <p:nvPr/>
        </p:nvSpPr>
        <p:spPr>
          <a:xfrm>
            <a:off x="7516368" y="3017520"/>
            <a:ext cx="457200" cy="4572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25" name="Icon label"/>
          <p:cNvSpPr txBox="1"/>
          <p:nvPr/>
        </p:nvSpPr>
        <p:spPr>
          <a:xfrm>
            <a:off x="7196328" y="34930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lab03_icon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Change to a different icon</a:t>
            </a:r>
            <a:endParaRPr lang="en-US" sz="3000" dirty="0"/>
          </a:p>
        </p:txBody>
      </p:sp>
      <p:sp>
        <p:nvSpPr>
          <p:cNvPr id="3" name="Chevron 1"/>
          <p:cNvSpPr/>
          <p:nvPr/>
        </p:nvSpPr>
        <p:spPr>
          <a:xfrm>
            <a:off x="457200" y="1280160"/>
            <a:ext cx="2194560" cy="73152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4" name="Chevron label 1"/>
          <p:cNvSpPr txBox="1"/>
          <p:nvPr/>
        </p:nvSpPr>
        <p:spPr>
          <a:xfrm>
            <a:off x="731520" y="1280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 Swap image</a:t>
            </a:r>
            <a:endParaRPr lang="en-US" sz="1400" dirty="0"/>
          </a:p>
        </p:txBody>
      </p:sp>
      <p:sp>
        <p:nvSpPr>
          <p:cNvPr id="5" name="Change text 1"/>
          <p:cNvSpPr txBox="1"/>
          <p:nvPr/>
        </p:nvSpPr>
        <p:spPr>
          <a:xfrm>
            <a:off x="548640" y="21945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Put a different image in the assets/icon/ folder</a:t>
            </a:r>
            <a:endParaRPr lang="en-US" sz="1400" dirty="0"/>
          </a:p>
        </p:txBody>
      </p:sp>
      <p:sp>
        <p:nvSpPr>
          <p:cNvPr id="6" name="Chevron 2"/>
          <p:cNvSpPr/>
          <p:nvPr/>
        </p:nvSpPr>
        <p:spPr>
          <a:xfrm>
            <a:off x="2514600" y="1280160"/>
            <a:ext cx="2194560" cy="73152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7" name="Chevron label 2"/>
          <p:cNvSpPr txBox="1"/>
          <p:nvPr/>
        </p:nvSpPr>
        <p:spPr>
          <a:xfrm>
            <a:off x="2788920" y="1280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 Edit path</a:t>
            </a:r>
            <a:endParaRPr lang="en-US" sz="1400" dirty="0"/>
          </a:p>
        </p:txBody>
      </p:sp>
      <p:sp>
        <p:nvSpPr>
          <p:cNvPr id="8" name="Change text 2"/>
          <p:cNvSpPr txBox="1"/>
          <p:nvPr/>
        </p:nvSpPr>
        <p:spPr>
          <a:xfrm>
            <a:off x="2606040" y="21945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Change image_path to the new file name. Skip this if you keep icon.png</a:t>
            </a:r>
            <a:endParaRPr lang="en-US" sz="1400" dirty="0"/>
          </a:p>
        </p:txBody>
      </p:sp>
      <p:sp>
        <p:nvSpPr>
          <p:cNvPr id="9" name="Chevron 3"/>
          <p:cNvSpPr/>
          <p:nvPr/>
        </p:nvSpPr>
        <p:spPr>
          <a:xfrm>
            <a:off x="4572000" y="1280160"/>
            <a:ext cx="2194560" cy="731520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10" name="Chevron label 3"/>
          <p:cNvSpPr txBox="1"/>
          <p:nvPr/>
        </p:nvSpPr>
        <p:spPr>
          <a:xfrm>
            <a:off x="4846320" y="1280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 Run command</a:t>
            </a:r>
            <a:endParaRPr lang="en-US" sz="1400" dirty="0"/>
          </a:p>
        </p:txBody>
      </p:sp>
      <p:sp>
        <p:nvSpPr>
          <p:cNvPr id="11" name="Change text 3"/>
          <p:cNvSpPr txBox="1"/>
          <p:nvPr/>
        </p:nvSpPr>
        <p:spPr>
          <a:xfrm>
            <a:off x="4663440" y="21945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Run dart run flutter_launcher_icons in the terminal</a:t>
            </a:r>
            <a:endParaRPr lang="en-US" sz="1400" dirty="0"/>
          </a:p>
        </p:txBody>
      </p:sp>
      <p:sp>
        <p:nvSpPr>
          <p:cNvPr id="12" name="Chevron 4"/>
          <p:cNvSpPr/>
          <p:nvPr/>
        </p:nvSpPr>
        <p:spPr>
          <a:xfrm>
            <a:off x="6629400" y="1280160"/>
            <a:ext cx="2194560" cy="731520"/>
          </a:xfrm>
          <a:prstGeom prst="chevron">
            <a:avLst/>
          </a:prstGeom>
          <a:solidFill>
            <a:schemeClr val="accent4"/>
          </a:solidFill>
          <a:ln/>
        </p:spPr>
      </p:sp>
      <p:sp>
        <p:nvSpPr>
          <p:cNvPr id="13" name="Chevron label 4"/>
          <p:cNvSpPr txBox="1"/>
          <p:nvPr/>
        </p:nvSpPr>
        <p:spPr>
          <a:xfrm>
            <a:off x="6903720" y="1280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 Stop and run</a:t>
            </a:r>
            <a:endParaRPr lang="en-US" sz="1400" dirty="0"/>
          </a:p>
        </p:txBody>
      </p:sp>
      <p:sp>
        <p:nvSpPr>
          <p:cNvPr id="14" name="Change text 4"/>
          <p:cNvSpPr txBox="1"/>
          <p:nvPr/>
        </p:nvSpPr>
        <p:spPr>
          <a:xfrm>
            <a:off x="6720840" y="21945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Stop with Ctrl + F2, then run with Shift + F10</a:t>
            </a:r>
            <a:endParaRPr lang="en-US" sz="1400" dirty="0"/>
          </a:p>
        </p:txBody>
      </p:sp>
      <p:sp>
        <p:nvSpPr>
          <p:cNvPr id="15" name="Cat path code"/>
          <p:cNvSpPr/>
          <p:nvPr/>
        </p:nvSpPr>
        <p:spPr>
          <a:xfrm>
            <a:off x="457200" y="3566160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Cat path code dot"/>
          <p:cNvSpPr/>
          <p:nvPr/>
        </p:nvSpPr>
        <p:spPr>
          <a:xfrm>
            <a:off x="640080" y="3721608"/>
            <a:ext cx="109728" cy="10972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Cat path code dot"/>
          <p:cNvSpPr/>
          <p:nvPr/>
        </p:nvSpPr>
        <p:spPr>
          <a:xfrm>
            <a:off x="841248" y="3721608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Cat path code dot"/>
          <p:cNvSpPr/>
          <p:nvPr/>
        </p:nvSpPr>
        <p:spPr>
          <a:xfrm>
            <a:off x="1042416" y="372160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Cat path code text"/>
          <p:cNvSpPr txBox="1"/>
          <p:nvPr/>
        </p:nvSpPr>
        <p:spPr>
          <a:xfrm>
            <a:off x="640080" y="39776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flutter_launcher_icons: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image_path: "assets/icon/cat.jpg"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Quick recap</a:t>
            </a:r>
            <a:endParaRPr lang="en-US" sz="3000" dirty="0"/>
          </a:p>
        </p:txBody>
      </p:sp>
      <p:sp>
        <p:nvSpPr>
          <p:cNvPr id="3" name="Recap row 1"/>
          <p:cNvSpPr/>
          <p:nvPr/>
        </p:nvSpPr>
        <p:spPr>
          <a:xfrm>
            <a:off x="457200" y="118872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363C5E"/>
          </a:solidFill>
          <a:ln/>
        </p:spPr>
      </p:sp>
      <p:sp>
        <p:nvSpPr>
          <p:cNvPr id="4" name="Recap 1 diamond"/>
          <p:cNvSpPr/>
          <p:nvPr/>
        </p:nvSpPr>
        <p:spPr>
          <a:xfrm rot="2700000">
            <a:off x="731520" y="1394460"/>
            <a:ext cx="365760" cy="36576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sp>
        <p:nvSpPr>
          <p:cNvPr id="5" name="Recap 1 number"/>
          <p:cNvSpPr txBox="1"/>
          <p:nvPr/>
        </p:nvSpPr>
        <p:spPr>
          <a:xfrm>
            <a:off x="731520" y="13944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Recap text 1"/>
          <p:cNvSpPr txBox="1"/>
          <p:nvPr/>
        </p:nvSpPr>
        <p:spPr>
          <a:xfrm>
            <a:off x="1417320" y="12344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Install once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add flutter_launcher_icons</a:t>
            </a:r>
            <a:endParaRPr lang="en-US" sz="1400" dirty="0"/>
          </a:p>
        </p:txBody>
      </p:sp>
      <p:sp>
        <p:nvSpPr>
          <p:cNvPr id="7" name="Recap row 2"/>
          <p:cNvSpPr/>
          <p:nvPr/>
        </p:nvSpPr>
        <p:spPr>
          <a:xfrm>
            <a:off x="457200" y="210312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363C5E"/>
          </a:solidFill>
          <a:ln/>
        </p:spPr>
      </p:sp>
      <p:sp>
        <p:nvSpPr>
          <p:cNvPr id="8" name="Recap 2 diamond"/>
          <p:cNvSpPr/>
          <p:nvPr/>
        </p:nvSpPr>
        <p:spPr>
          <a:xfrm rot="2700000">
            <a:off x="731520" y="2308860"/>
            <a:ext cx="365760" cy="365760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/>
        </p:spPr>
      </p:sp>
      <p:sp>
        <p:nvSpPr>
          <p:cNvPr id="9" name="Recap 2 number"/>
          <p:cNvSpPr txBox="1"/>
          <p:nvPr/>
        </p:nvSpPr>
        <p:spPr>
          <a:xfrm>
            <a:off x="731520" y="2308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Recap text 2"/>
          <p:cNvSpPr txBox="1"/>
          <p:nvPr/>
        </p:nvSpPr>
        <p:spPr>
          <a:xfrm>
            <a:off x="1417320" y="21488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Create the config once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run flutter_launcher_icons:generate</a:t>
            </a:r>
            <a:endParaRPr lang="en-US" sz="1400" dirty="0"/>
          </a:p>
        </p:txBody>
      </p:sp>
      <p:sp>
        <p:nvSpPr>
          <p:cNvPr id="11" name="Recap row 3"/>
          <p:cNvSpPr/>
          <p:nvPr/>
        </p:nvSpPr>
        <p:spPr>
          <a:xfrm>
            <a:off x="457200" y="301752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363C5E"/>
          </a:solidFill>
          <a:ln/>
        </p:spPr>
      </p:sp>
      <p:sp>
        <p:nvSpPr>
          <p:cNvPr id="12" name="Recap 3 diamond"/>
          <p:cNvSpPr/>
          <p:nvPr/>
        </p:nvSpPr>
        <p:spPr>
          <a:xfrm rot="2700000">
            <a:off x="731520" y="3314700"/>
            <a:ext cx="365760" cy="365760"/>
          </a:xfrm>
          <a:prstGeom prst="roundRect">
            <a:avLst>
              <a:gd name="adj" fmla="val 22000"/>
            </a:avLst>
          </a:prstGeom>
          <a:solidFill>
            <a:schemeClr val="accent3"/>
          </a:solidFill>
          <a:ln/>
        </p:spPr>
      </p:sp>
      <p:sp>
        <p:nvSpPr>
          <p:cNvPr id="13" name="Recap 3 number"/>
          <p:cNvSpPr txBox="1"/>
          <p:nvPr/>
        </p:nvSpPr>
        <p:spPr>
          <a:xfrm>
            <a:off x="731520" y="33147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Recap text 3"/>
          <p:cNvSpPr txBox="1"/>
          <p:nvPr/>
        </p:nvSpPr>
        <p:spPr>
          <a:xfrm>
            <a:off x="1417320" y="306324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Build after every icon change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get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run flutter_launcher_icons</a:t>
            </a:r>
            <a:endParaRPr lang="en-US" sz="1400" dirty="0"/>
          </a:p>
        </p:txBody>
      </p:sp>
      <p:sp>
        <p:nvSpPr>
          <p:cNvPr id="15" name="Key 1"/>
          <p:cNvSpPr/>
          <p:nvPr/>
        </p:nvSpPr>
        <p:spPr>
          <a:xfrm>
            <a:off x="6035040" y="1325880"/>
            <a:ext cx="137160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6" name="Key 1 label"/>
          <p:cNvSpPr txBox="1"/>
          <p:nvPr/>
        </p:nvSpPr>
        <p:spPr>
          <a:xfrm>
            <a:off x="6035040" y="1325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 + F12</a:t>
            </a:r>
            <a:endParaRPr lang="en-US" sz="1300" dirty="0"/>
          </a:p>
        </p:txBody>
      </p:sp>
      <p:sp>
        <p:nvSpPr>
          <p:cNvPr id="17" name="Key text 1"/>
          <p:cNvSpPr txBox="1"/>
          <p:nvPr/>
        </p:nvSpPr>
        <p:spPr>
          <a:xfrm>
            <a:off x="7543800" y="1325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Open terminal</a:t>
            </a:r>
            <a:endParaRPr lang="en-US" sz="1400" dirty="0"/>
          </a:p>
        </p:txBody>
      </p:sp>
      <p:sp>
        <p:nvSpPr>
          <p:cNvPr id="18" name="Key 2"/>
          <p:cNvSpPr/>
          <p:nvPr/>
        </p:nvSpPr>
        <p:spPr>
          <a:xfrm>
            <a:off x="6035040" y="2240280"/>
            <a:ext cx="137160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9" name="Key 2 label"/>
          <p:cNvSpPr txBox="1"/>
          <p:nvPr/>
        </p:nvSpPr>
        <p:spPr>
          <a:xfrm>
            <a:off x="6035040" y="2240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F2</a:t>
            </a:r>
            <a:endParaRPr lang="en-US" sz="1300" dirty="0"/>
          </a:p>
        </p:txBody>
      </p:sp>
      <p:sp>
        <p:nvSpPr>
          <p:cNvPr id="20" name="Key text 2"/>
          <p:cNvSpPr txBox="1"/>
          <p:nvPr/>
        </p:nvSpPr>
        <p:spPr>
          <a:xfrm>
            <a:off x="7543800" y="2240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Stop the app</a:t>
            </a:r>
            <a:endParaRPr lang="en-US" sz="1400" dirty="0"/>
          </a:p>
        </p:txBody>
      </p:sp>
      <p:sp>
        <p:nvSpPr>
          <p:cNvPr id="21" name="Key 3"/>
          <p:cNvSpPr/>
          <p:nvPr/>
        </p:nvSpPr>
        <p:spPr>
          <a:xfrm>
            <a:off x="6035040" y="3154680"/>
            <a:ext cx="137160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22" name="Key 3 label"/>
          <p:cNvSpPr txBox="1"/>
          <p:nvPr/>
        </p:nvSpPr>
        <p:spPr>
          <a:xfrm>
            <a:off x="6035040" y="3154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 + F10</a:t>
            </a:r>
            <a:endParaRPr lang="en-US" sz="1300" dirty="0"/>
          </a:p>
        </p:txBody>
      </p:sp>
      <p:sp>
        <p:nvSpPr>
          <p:cNvPr id="23" name="Key text 3"/>
          <p:cNvSpPr txBox="1"/>
          <p:nvPr/>
        </p:nvSpPr>
        <p:spPr>
          <a:xfrm>
            <a:off x="7543800" y="31546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Run the app</a:t>
            </a:r>
            <a:endParaRPr lang="en-US" sz="1400" dirty="0"/>
          </a:p>
        </p:txBody>
      </p:sp>
      <p:sp>
        <p:nvSpPr>
          <p:cNvPr id="24" name="Presenter diamond"/>
          <p:cNvSpPr/>
          <p:nvPr/>
        </p:nvSpPr>
        <p:spPr>
          <a:xfrm rot="2700000">
            <a:off x="548640" y="4251960"/>
            <a:ext cx="274320" cy="274320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/>
        </p:spPr>
      </p:sp>
      <p:sp>
        <p:nvSpPr>
          <p:cNvPr id="25" name="Presenter line"/>
          <p:cNvSpPr txBox="1"/>
          <p:nvPr/>
        </p:nvSpPr>
        <p:spPr>
          <a:xfrm>
            <a:off x="1051560" y="4160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Presented by Mr. Raynold Anak Kabai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rt Up Teal">
  <a:themeElements>
    <a:clrScheme name="Start Up Teal">
      <a:dk1>
        <a:srgbClr val="1E2235"/>
      </a:dk1>
      <a:lt1>
        <a:srgbClr val="FFFFFF"/>
      </a:lt1>
      <a:dk2>
        <a:srgbClr val="2B3050"/>
      </a:dk2>
      <a:lt2>
        <a:srgbClr val="ECEEF1"/>
      </a:lt2>
      <a:accent1>
        <a:srgbClr val="2E9E83"/>
      </a:accent1>
      <a:accent2>
        <a:srgbClr val="F5B82E"/>
      </a:accent2>
      <a:accent3>
        <a:srgbClr val="EE7B30"/>
      </a:accent3>
      <a:accent4>
        <a:srgbClr val="E5533D"/>
      </a:accent4>
      <a:accent5>
        <a:srgbClr val="5B6FB5"/>
      </a:accent5>
      <a:accent6>
        <a:srgbClr val="8FD3B6"/>
      </a:accent6>
      <a:hlink>
        <a:srgbClr val="2E9E83"/>
      </a:hlink>
      <a:folHlink>
        <a:srgbClr val="5B6FB5"/>
      </a:folHlink>
    </a:clrScheme>
    <a:fontScheme name="Start Up Te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Icons for iOS and Android Apps</dc:title>
  <dc:subject>PptxGenJS Presentation</dc:subject>
  <dc:creator>Mr. Raynold Anak Kabai</dc:creator>
  <cp:lastModifiedBy>Mr. Raynold Anak Kabai</cp:lastModifiedBy>
  <cp:revision>1</cp:revision>
  <dcterms:created xsi:type="dcterms:W3CDTF">2026-10-20T12:02:56Z</dcterms:created>
  <dcterms:modified xsi:type="dcterms:W3CDTF">2026-10-20T12:02:56Z</dcterms:modified>
</cp:coreProperties>
</file>